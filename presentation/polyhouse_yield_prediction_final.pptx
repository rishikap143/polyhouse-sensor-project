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My name is Rishika P, and today I'll be presenting my capstone project: the Polyhouse Crop Yield Prediction System. This project applies machine learning to the domain of controlled-environment agriculture — specifically, predicting crop yield from environmental sensor readings. The presentation is structured across 12 slides covering the problem, methodology, results, deployment, and future roadmap. Duration: approximately 10–15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a quick roadmap of the presentation. I'll start with why this problem matters, walk through the data and preprocessing steps, then explain the models I trained and how they performed. I'll also cover the deployment via Streamlit and close with future improvements. Feel free to hold questions until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is: polyhouse farmers lack a reliable predictive tool. Crops in controlled environments are sensitive to micro-changes in temperature, humidity, and CO₂. Currently, most interventions are reactive — farmers notice a problem only after yield has already dropped. Our goal is to change that by building a machine learning model that can forecast yield from continuous sensor readings, enabling proactive decision-making.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consists of time-series sensor readings collected inside a polyhouse. Our three input features are temperature (°C), relative humidity (%), and CO₂ concentration (ppm). The target variable is crop yield, normalized to a 0–1 scale for modeling. Importantly, we used a temporal train-test split — earlier records form the training set and later records form the test set — to prevent data leakage, which is critical for time-series data. The chart on the right shows a clear positive correlation between CO₂ and yield.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revealed four critical insights. The correlation heatmap shows temperature (0.83) and CO₂ (0.76) are the strongest predictors of yield. Temperature vs Yield shows a clear positive trend but with spread, suggesting some nonlinearity. Humidity has a moderate negative relationship with yield — higher humidity correlates with lower yield, possibly due to disease pressure. CO₂ shows the cleanest positive correlation. These findings motivated using both a linear and a nonlinear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preprocessing pipeline is simple but deliberate. After cleaning, we apply MinMaxScaler to scale all three features to [0,1]. Critically, the scaler is fitted only on training data and then applied to the test set — this avoids information leakage. The temporal train-test split is a key methodological decision: since sensor readings are time-ordered, we use the first 80% of timestamps for training and the remaining 20% for testing. Screenshot to add: scikit-learn pipeline code snippet or a before/after scaling distribution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trained two models. Linear Regression serves as the interpretable baseline — it's fast and provides coefficient-level insights into which feature drives yield the most. Random Forest is the complex model: it's an ensemble of decision trees that captures nonlinear interactions between temperature, humidity, and CO₂. I also applied GridSearchCV to tune the Random Forest's hyperparameters systematically. Both models were evaluated on the same held-out temporal test set using MAE, RMSE, and R².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look at the results. Linear Regression achieved an MAE of 0.070, RMSE of 0.100, and R² of 0.80 — meaning it explains 80% of the variance in yield. Random Forest Tuned achieved a lower MAE (0.054) and RMSE (0.094), meaning its point-level predictions are closer to actual values. However, its R² is 0.53 — lower than LR. This is a nuanced result: RF is more accurate per-prediction but LR fits the overall trend better. The Predicted vs Actual chart on the right shows how the champion model's predictions compare to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Random Forest, I ran GridSearchCV across three hyperparameters. max_depth = 8 balances complexity and generalization. n_estimators = 100 trees provides stable predictions without excessive training time. min_samples_leaf = 1 allows fine-grained splits. The feature importance chart on the right reveals a surprising finding: the Random Forest assigned highest importance to Humidity, followed by Temperature, then CO₂. This contrasts with the linear correlation (where CO₂ ranked highest), suggesting the RF captures different nonlinear patterns in the data. GridSearchCV used 5-fold cross-validation on the training set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trained models are deployed as a Streamlit web application. As shown in the screenshot, users input current sensor readings via sliders and instantly receive a predicted yield. The app also features a What-if Analysis panel — a humidity sweep that shows predicted yield across the full humidity range, giving farmers actionable insight. Prediction logging saves every prediction with timestamp and inputs to a CSV file, enabling trend analysis and drift monitoring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ahead, there are six key improvement areas organized into four phases. Phase 1 is IoT integration — replacing manual slider inputs with live sensor feeds. Phase 2 covers automated retraining pipelines and a richer real-time dashboard. Phase 3 brings deep learning — LSTMs are especially promising for time-series sensor data — and cloud deployment for scalability. Phase 4 extends the system to support multiple crop types, making it commercially viable for diverse polyhouse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This project demonstrated that environmental sensor data from a polyhouse can reliably predict crop yield using machine learning. Linear Regression achieved an R² of 0.80 — strong global fit — while Random Forest Tuned achieved better per-prediction accuracy with lower MAE and RMSE. The deliberate use of temporal splitting ensures our evaluation is fair and deployment-realistic. The Streamlit deployment makes the model actionable for non-technical farming staff. The project is available on GitHub and the live app is accessible via Streamlit Cloud. Thank you for listening — happy to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0" cy="50794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8288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2880" y="2331720"/>
            <a:ext cx="3108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Agriculture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" y="411480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Rishika 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48056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2025–2026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749040" y="914400"/>
            <a:ext cx="5212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Polyhouse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3749040" y="1691640"/>
            <a:ext cx="5212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BC6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Crop Yield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3749040" y="2468880"/>
            <a:ext cx="5212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Prediction System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3749040" y="342900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Sensor Data &amp; Machine Learning Models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749040" y="44348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49040" y="443484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Regression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44348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443484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406640" y="44348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443484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475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71016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Motivation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38528"/>
            <a:ext cx="475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75104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42616"/>
            <a:ext cx="475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679192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 &amp; EDA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46704"/>
            <a:ext cx="475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38328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 &amp; Pipeline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507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50792"/>
            <a:ext cx="475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087368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Training &amp; Evaluation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34440"/>
            <a:ext cx="475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1271016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Comparison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938528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938528"/>
            <a:ext cx="475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1975104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642616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642616"/>
            <a:ext cx="475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679192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– Streamlit App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3346704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346704"/>
            <a:ext cx="475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338328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4050792"/>
            <a:ext cx="475488" cy="365760"/>
          </a:xfrm>
          <a:prstGeom prst="roundRect">
            <a:avLst>
              <a:gd name="adj" fmla="val 15000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050792"/>
            <a:ext cx="475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4087368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Predict Crop Yield in a Polyhouse?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243824"/>
          </a:solidFill>
          <a:ln w="1905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5740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Environmental Sensitivity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24688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Polyhouse crops are highly sensitive to temperature, humidity, and CO₂ variations — even small deviations can drastically reduce yield.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243824"/>
          </a:solidFill>
          <a:ln w="1905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05740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Lack of Predictive Tools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83280" y="2560320"/>
            <a:ext cx="24688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Farmers rely on intuition and reactive measures. There are no real-time predictive systems using sensor data for yield forecasting.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72200" y="123444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243824"/>
          </a:solidFill>
          <a:ln w="1905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716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205740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Economic Impact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09360" y="2560320"/>
            <a:ext cx="24688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Yield unpredictability leads to resource wastage, overplanting, and revenue loss in controlled agriculture environments.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Build a data-driven ML model to accurately predict crop yield from Temperature, Humidity, and CO₂ sensor readings.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DATASET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Sensor Data from Polyhouse Environment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444752" cy="96012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144475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144475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55648"/>
            <a:ext cx="14447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 · Humidity · CO₂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1051560"/>
            <a:ext cx="1444752" cy="96012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078992"/>
            <a:ext cx="144475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Yield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1536192"/>
            <a:ext cx="144475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755648"/>
            <a:ext cx="14447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Normalized (kg)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20440" y="1051560"/>
            <a:ext cx="1444752" cy="96012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1078992"/>
            <a:ext cx="144475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80/20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1536192"/>
            <a:ext cx="144475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1755648"/>
            <a:ext cx="14447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Temporal — no leakage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176272"/>
            <a:ext cx="4709160" cy="475488"/>
          </a:xfrm>
          <a:prstGeom prst="roundRect">
            <a:avLst>
              <a:gd name="adj" fmla="val 13462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49424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🌡  Temperature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2249424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7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Ambient temperature (°C). Affects plant metabolism and growth rate. Range: 23–27°C.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724912"/>
            <a:ext cx="4709160" cy="475488"/>
          </a:xfrm>
          <a:prstGeom prst="roundRect">
            <a:avLst>
              <a:gd name="adj" fmla="val 13462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98064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💧  Humidity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2798064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7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Relative humidity (%). Impacts transpiration and nutrient uptake. Range: 82–92%.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273552"/>
            <a:ext cx="4709160" cy="475488"/>
          </a:xfrm>
          <a:prstGeom prst="roundRect">
            <a:avLst>
              <a:gd name="adj" fmla="val 13462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46704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🌿  CO₂ Level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40280" y="3346704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7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Carbon dioxide concentration (ppm). Key photosynthesis driver. Range: 700–830 ppm.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0" y="1005840"/>
            <a:ext cx="3657600" cy="38862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21208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CO₂ vs Yield — positive correlation confirmed</a:t>
            </a:r>
            <a:endParaRPr lang="en-US" sz="850" dirty="0"/>
          </a:p>
        </p:txBody>
      </p:sp>
      <p:pic>
        <p:nvPicPr>
          <p:cNvPr id="30" name="Picture 29" descr="Screenshot 2026-06-21 232952"/>
          <p:cNvPicPr>
            <a:picLocks noChangeAspect="1"/>
          </p:cNvPicPr>
          <p:nvPr/>
        </p:nvPicPr>
        <p:blipFill>
          <a:blip r:embed="rId1"/>
          <a:srcRect l="41475" t="18902" r="14327" b="18558"/>
          <a:stretch>
            <a:fillRect/>
          </a:stretch>
        </p:blipFill>
        <p:spPr>
          <a:xfrm>
            <a:off x="5226685" y="1011555"/>
            <a:ext cx="3627120" cy="3856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EXPLORATORY DATA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Understanding Feature–Yield Relationships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3A6B3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2752344"/>
            <a:ext cx="4114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Heatmap — CO₂ &amp; Temp strongest predictors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709160" y="987552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3A6B3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754880" y="2752344"/>
            <a:ext cx="4114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vs Yield — positive nonlinear trend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228600" y="309067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A6B3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274320" y="4718304"/>
            <a:ext cx="4114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Humidity vs Yield — moderate inverse relationship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4709160" y="309067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A6B3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4754880" y="4718304"/>
            <a:ext cx="4114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CO₂ vs Yield — strong positive correlation (r=0.76)</a:t>
            </a:r>
            <a:endParaRPr lang="en-US" sz="750" dirty="0"/>
          </a:p>
        </p:txBody>
      </p:sp>
      <p:pic>
        <p:nvPicPr>
          <p:cNvPr id="18" name="Picture 17" descr="Screenshot 2026-06-21 233042"/>
          <p:cNvPicPr>
            <a:picLocks noChangeAspect="1"/>
          </p:cNvPicPr>
          <p:nvPr/>
        </p:nvPicPr>
        <p:blipFill>
          <a:blip r:embed="rId1"/>
          <a:srcRect l="40868" t="18386" r="15201" b="17804"/>
          <a:stretch>
            <a:fillRect/>
          </a:stretch>
        </p:blipFill>
        <p:spPr>
          <a:xfrm>
            <a:off x="274320" y="3134995"/>
            <a:ext cx="4042410" cy="1753235"/>
          </a:xfrm>
          <a:prstGeom prst="rect">
            <a:avLst/>
          </a:prstGeom>
        </p:spPr>
      </p:pic>
      <p:pic>
        <p:nvPicPr>
          <p:cNvPr id="20" name="Picture 19" descr="Screenshot 2026-06-21 233033"/>
          <p:cNvPicPr>
            <a:picLocks noChangeAspect="1"/>
          </p:cNvPicPr>
          <p:nvPr/>
        </p:nvPicPr>
        <p:blipFill>
          <a:blip r:embed="rId2"/>
          <a:srcRect l="41569" t="20384" r="15812" b="21561"/>
          <a:stretch>
            <a:fillRect/>
          </a:stretch>
        </p:blipFill>
        <p:spPr>
          <a:xfrm>
            <a:off x="382905" y="982345"/>
            <a:ext cx="3896995" cy="1951990"/>
          </a:xfrm>
          <a:prstGeom prst="rect">
            <a:avLst/>
          </a:prstGeom>
        </p:spPr>
      </p:pic>
      <p:pic>
        <p:nvPicPr>
          <p:cNvPr id="24" name="Picture 23" descr="Screenshot 2026-06-21 232952"/>
          <p:cNvPicPr>
            <a:picLocks noChangeAspect="1"/>
          </p:cNvPicPr>
          <p:nvPr/>
        </p:nvPicPr>
        <p:blipFill>
          <a:blip r:embed="rId3"/>
          <a:srcRect l="41621" t="16997" r="14352" b="19061"/>
          <a:stretch>
            <a:fillRect/>
          </a:stretch>
        </p:blipFill>
        <p:spPr>
          <a:xfrm>
            <a:off x="4708525" y="3134995"/>
            <a:ext cx="4210685" cy="1864360"/>
          </a:xfrm>
          <a:prstGeom prst="rect">
            <a:avLst/>
          </a:prstGeom>
        </p:spPr>
      </p:pic>
      <p:pic>
        <p:nvPicPr>
          <p:cNvPr id="25" name="Picture 24" descr="Screenshot 2026-06-21 233140"/>
          <p:cNvPicPr>
            <a:picLocks noChangeAspect="1"/>
          </p:cNvPicPr>
          <p:nvPr/>
        </p:nvPicPr>
        <p:blipFill>
          <a:blip r:embed="rId4"/>
          <a:srcRect l="36390" t="19220" r="12335" b="7090"/>
          <a:stretch>
            <a:fillRect/>
          </a:stretch>
        </p:blipFill>
        <p:spPr>
          <a:xfrm>
            <a:off x="4709160" y="995680"/>
            <a:ext cx="4210685" cy="1942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FEATURE ENGINEERING &amp;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Preprocessing Pipeline with MinMaxScaler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463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618488"/>
            <a:ext cx="256032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6816" y="1554480"/>
            <a:ext cx="7315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188720"/>
            <a:ext cx="1463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 Removal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6432" y="1618488"/>
            <a:ext cx="256032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554480"/>
            <a:ext cx="7315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12464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188720"/>
            <a:ext cx="1463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75504" y="1618488"/>
            <a:ext cx="256032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554480"/>
            <a:ext cx="7315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31536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1188720"/>
            <a:ext cx="1463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94576" y="1618488"/>
            <a:ext cx="256032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1554480"/>
            <a:ext cx="7315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50608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0608" y="1188720"/>
            <a:ext cx="1463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42316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51460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MinMaxScaler Formula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2907792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X_scaled = (X − X_min) / (X_max − X_min)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429000"/>
            <a:ext cx="37490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Output range: [0, 1] for all features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Prevents scale-dominant features from biasing the model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Scaler fitted only on training data; applied to test set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423160"/>
            <a:ext cx="4114800" cy="2331720"/>
          </a:xfrm>
          <a:prstGeom prst="roundRect">
            <a:avLst>
              <a:gd name="adj" fmla="val 3922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51460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Temporal Split?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2907792"/>
            <a:ext cx="37490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random split on time-series data creates data leakage — future values leak into training.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Temporal split ensures the model learns from the past and predicts the future, mimicking real deployment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MODEL 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Linear Regression vs. Random Forest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77640" cy="3657600"/>
          </a:xfrm>
          <a:prstGeom prst="roundRect">
            <a:avLst>
              <a:gd name="adj" fmla="val 3000"/>
            </a:avLst>
          </a:prstGeom>
          <a:solidFill>
            <a:srgbClr val="243824"/>
          </a:solidFill>
          <a:ln w="25400">
            <a:solidFill>
              <a:srgbClr val="7BC67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3611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E6A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611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Assumes linear relationship between features and yield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1576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to train; highly interpretable coefficients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31012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well when CO₂–yield relationship is approximately linear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90448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Serves as baseline to benchmark complex models against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143000"/>
            <a:ext cx="3977640" cy="3657600"/>
          </a:xfrm>
          <a:prstGeom prst="roundRect">
            <a:avLst>
              <a:gd name="adj" fmla="val 3000"/>
            </a:avLst>
          </a:prstGeom>
          <a:solidFill>
            <a:srgbClr val="1E3620"/>
          </a:solidFill>
          <a:ln w="2540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325880"/>
            <a:ext cx="3611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E6A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1719072"/>
            <a:ext cx="3611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Model + GridSearchCV Tuning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12140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of decision trees — handles nonlinearity well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71576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 to outliers and does not require feature scaling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31012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 tuning via GridSearchCV over max_depth, n_estimators, and min_samples_leaf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390448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1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Built-in feature importance scores for interpretability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RESULTS &amp; MODEL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Performance Metrics on Test 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760720" cy="347472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78408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36192" y="978408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67912" y="978408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(Tuned)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07592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380744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08760" y="1371600"/>
            <a:ext cx="2148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380744"/>
            <a:ext cx="2148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0.0704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2148840" cy="320040"/>
          </a:xfrm>
          <a:prstGeom prst="roundRect">
            <a:avLst>
              <a:gd name="adj" fmla="val 11429"/>
            </a:avLst>
          </a:prstGeom>
          <a:solidFill>
            <a:srgbClr val="D4EDDA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380744"/>
            <a:ext cx="2148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0.0535 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1783080"/>
            <a:ext cx="5760720" cy="457200"/>
          </a:xfrm>
          <a:prstGeom prst="rect">
            <a:avLst/>
          </a:prstGeom>
          <a:solidFill>
            <a:srgbClr val="F0F9F0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856232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RMSE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08760" y="1847088"/>
            <a:ext cx="2148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1856232"/>
            <a:ext cx="2148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0.0995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1847088"/>
            <a:ext cx="2148840" cy="320040"/>
          </a:xfrm>
          <a:prstGeom prst="roundRect">
            <a:avLst>
              <a:gd name="adj" fmla="val 11429"/>
            </a:avLst>
          </a:prstGeom>
          <a:solidFill>
            <a:srgbClr val="D4EDDA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856232"/>
            <a:ext cx="2148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0.0940 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225856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33172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R²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508760" y="2322576"/>
            <a:ext cx="2148840" cy="320040"/>
          </a:xfrm>
          <a:prstGeom prst="roundRect">
            <a:avLst>
              <a:gd name="adj" fmla="val 11429"/>
            </a:avLst>
          </a:prstGeom>
          <a:solidFill>
            <a:srgbClr val="D4EDDA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2331720"/>
            <a:ext cx="2148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0.8015 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0" y="2322576"/>
            <a:ext cx="2148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331720"/>
            <a:ext cx="2148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0.5307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2852928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EAF6EA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07792"/>
            <a:ext cx="5486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Insight: LR captures global variance better (R²=0.80), while RF achieves lower per-prediction error (MAE=0.054). Together they offer complementary strengths.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" y="4864608"/>
            <a:ext cx="5760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*Lower MAE &amp; RMSE = better.  Higher R² = better.  ✓ = winner for that metric.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63640" y="96012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263640" y="481888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Champion Model: Predicted vs Actual</a:t>
            </a:r>
            <a:endParaRPr lang="en-US" sz="750" dirty="0"/>
          </a:p>
        </p:txBody>
      </p:sp>
      <p:pic>
        <p:nvPicPr>
          <p:cNvPr id="33" name="Picture 32" descr="Screenshot 2026-06-21 233054"/>
          <p:cNvPicPr>
            <a:picLocks noChangeAspect="1"/>
          </p:cNvPicPr>
          <p:nvPr/>
        </p:nvPicPr>
        <p:blipFill>
          <a:blip r:embed="rId1"/>
          <a:srcRect l="41201" t="14339" r="14938" b="3386"/>
          <a:stretch>
            <a:fillRect/>
          </a:stretch>
        </p:blipFill>
        <p:spPr>
          <a:xfrm>
            <a:off x="6243320" y="1012825"/>
            <a:ext cx="2672080" cy="37426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HYPERPARAMETER TUNING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GridSearchCV — Best Parameters &amp; Feature Importance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85800"/>
          </a:xfrm>
          <a:prstGeom prst="roundRect">
            <a:avLst>
              <a:gd name="adj" fmla="val 13333"/>
            </a:avLst>
          </a:prstGeom>
          <a:solidFill>
            <a:srgbClr val="243824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GridSearchCV exhaustively searches over a parameter grid using 5-fold cross-validation, selecting the combination that minimizes validation error — eliminating manual trial-and-error.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E3620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29384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E6A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224028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Tested: [4, 6, 8, 10, None]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94767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947672"/>
            <a:ext cx="868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286000" y="2093976"/>
            <a:ext cx="868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2002536"/>
            <a:ext cx="18745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tree depth to prevent overfitting on small training sets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624328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E3620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7919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E6A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2990088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Tested: [50, 100, 200]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269748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697480"/>
            <a:ext cx="868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86000" y="2843784"/>
            <a:ext cx="868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46120" y="2752344"/>
            <a:ext cx="18745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Enough trees for a stable ensemble without excessive compute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374136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E3620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2900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E6A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min_samples_leaf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3739896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Tested: [1, 2, 4]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3447288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447288"/>
            <a:ext cx="868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86000" y="3593592"/>
            <a:ext cx="868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46120" y="3502152"/>
            <a:ext cx="18745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Fine-grained splits — each leaf needs at least 1 sample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40680" y="1691640"/>
            <a:ext cx="33832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3A6B3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532120" y="1764792"/>
            <a:ext cx="3218688" cy="28346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440680" y="4901184"/>
            <a:ext cx="3383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Humidity &gt; Temperature &gt; CO₂ in RF importance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DEPLOYMENT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Streamlit Application &amp; Monitoring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4A8C4B"/>
          </a:solidFill>
          <a:ln w="12700">
            <a:solidFill>
              <a:srgbClr val="2C5F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24128"/>
            <a:ext cx="1536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536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 · Humidity · CO₂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783080" y="1298448"/>
            <a:ext cx="2560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93392" y="100584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4A8C4B"/>
          </a:solidFill>
          <a:ln w="12700">
            <a:solidFill>
              <a:srgbClr val="2C5F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024128"/>
            <a:ext cx="1536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93392" y="1481328"/>
            <a:ext cx="1536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MinMaxScaler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02152" y="1298448"/>
            <a:ext cx="2560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12464" y="100584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4A8C4B"/>
          </a:solidFill>
          <a:ln w="12700">
            <a:solidFill>
              <a:srgbClr val="2C5F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024128"/>
            <a:ext cx="1536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(LR / RF)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12464" y="1481328"/>
            <a:ext cx="1536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model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21224" y="1298448"/>
            <a:ext cx="2560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31536" y="100584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1024128"/>
            <a:ext cx="1536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31536" y="1481328"/>
            <a:ext cx="1536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display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940296" y="1298448"/>
            <a:ext cx="2560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50608" y="100584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4A8C4B"/>
          </a:solidFill>
          <a:ln w="12700">
            <a:solidFill>
              <a:srgbClr val="2C5F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0608" y="1024128"/>
            <a:ext cx="1536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50608" y="1481328"/>
            <a:ext cx="1536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/ DB log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1993392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74320" y="4892040"/>
            <a:ext cx="5120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8F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Streamlit App — Polyhouse Yield Predictor with What-if Analysis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577840" y="1993392"/>
            <a:ext cx="3291840" cy="8229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2130552"/>
            <a:ext cx="384048" cy="38404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144768" y="2048256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Logging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144768" y="2322576"/>
            <a:ext cx="2606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prediction logged with timestamp, inputs, and predicted yield to CSV for retrospective accuracy analysis.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577840" y="2926080"/>
            <a:ext cx="3291840" cy="8229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063240"/>
            <a:ext cx="384048" cy="38404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144768" y="298094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What-if Analysis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144768" y="3255264"/>
            <a:ext cx="2606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Humidity sweep chart lets users explore how yield changes across the full sensor range without running the model manually.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577840" y="3858768"/>
            <a:ext cx="3291840" cy="8229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995928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144768" y="3913632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Strategy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144768" y="4187952"/>
            <a:ext cx="2606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Drift detection via periodic retraining checks; alerts triggered when input distributions shift vs. training baseline.</a:t>
            </a:r>
            <a:endParaRPr lang="en-US" sz="900" dirty="0"/>
          </a:p>
        </p:txBody>
      </p:sp>
      <p:pic>
        <p:nvPicPr>
          <p:cNvPr id="39" name="Picture 38" descr="Screenshot 2026-06-21 233130"/>
          <p:cNvPicPr>
            <a:picLocks noChangeAspect="1"/>
          </p:cNvPicPr>
          <p:nvPr/>
        </p:nvPicPr>
        <p:blipFill>
          <a:blip r:embed="rId4"/>
          <a:srcRect l="28639" t="23479" b="15357"/>
          <a:stretch>
            <a:fillRect/>
          </a:stretch>
        </p:blipFill>
        <p:spPr>
          <a:xfrm>
            <a:off x="274320" y="1993265"/>
            <a:ext cx="5125085" cy="28543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BC6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FUTURE IMPROVEMENTS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Roadmap — What Comes Next?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E3620"/>
          </a:solidFill>
          <a:ln w="1270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57400" y="1143000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143000"/>
            <a:ext cx="8412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545336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Sensor Integration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911096"/>
            <a:ext cx="25146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directly to MQTT/HTTP-based IoT sensors for live data streaming, replacing manual slider input.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E3620"/>
          </a:solidFill>
          <a:ln w="1270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83480" y="1143000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1143000"/>
            <a:ext cx="8412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4300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1545336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Retraining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911096"/>
            <a:ext cx="25146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Drift-triggered retraining pipelines via MLflow or Airflow to keep models current as growing conditions evolve.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72200" y="105156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E3620"/>
          </a:solidFill>
          <a:ln w="1270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909560" y="1143000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09560" y="1143000"/>
            <a:ext cx="8412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1545336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63640" y="1911096"/>
            <a:ext cx="25146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Streamlit into a multi-panel dashboard with live charts, historical comparisons, and alert thresholds.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0040" y="29718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E3620"/>
          </a:solidFill>
          <a:ln w="1270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057400" y="3063240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057400" y="3063240"/>
            <a:ext cx="8412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6324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11480" y="3465576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Models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11480" y="3831336"/>
            <a:ext cx="25146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LSTM or Transformer-based models to better capture temporal dependencies in sensor time-series.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46120" y="29718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E3620"/>
          </a:solidFill>
          <a:ln w="1270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983480" y="3063240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983480" y="3063240"/>
            <a:ext cx="8412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8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063240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337560" y="3465576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337560" y="3831336"/>
            <a:ext cx="25146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on AWS/GCP with Docker + Kubernetes containerization for scalability across multiple polyhouse sites.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172200" y="29718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E3620"/>
          </a:solidFill>
          <a:ln w="12700">
            <a:solidFill>
              <a:srgbClr val="4A8C4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909560" y="3063240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909560" y="3063240"/>
            <a:ext cx="8412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8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63240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263640" y="3465576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Multi-Crop Support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263640" y="3831336"/>
            <a:ext cx="25146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to handle multiple crop types with per-crop yield models, enabled by richer labeled datasets.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896112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874520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A2E1A">
              <a:alpha val="70000"/>
            </a:srgbClr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9768" y="1965960"/>
            <a:ext cx="384048" cy="384048"/>
          </a:xfrm>
          <a:prstGeom prst="ellipse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19659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1965960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Agriculture Works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295144"/>
            <a:ext cx="3429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data alone predicts polyhouse yield with strong accuracy (LR R² = 0.80).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874520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A2E1A">
              <a:alpha val="70000"/>
            </a:srgbClr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64608" y="1965960"/>
            <a:ext cx="384048" cy="384048"/>
          </a:xfrm>
          <a:prstGeom prst="ellipse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4608" y="19659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49240" y="1965960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Models, Complementary Strengths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49240" y="2295144"/>
            <a:ext cx="3429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outperforms on global variance (R²); RF wins on local precision (MAE, RMSE).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3136392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A2E1A">
              <a:alpha val="70000"/>
            </a:srgbClr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9768" y="3227832"/>
            <a:ext cx="384048" cy="384048"/>
          </a:xfrm>
          <a:prstGeom prst="ellipse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" y="322783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3227832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Temporal Split is Non-Negotiable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3557016"/>
            <a:ext cx="3429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 time-series methodology prevents leakage and ensures deployment-realistic evaluation.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3136392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A2E1A">
              <a:alpha val="70000"/>
            </a:srgbClr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64608" y="3227832"/>
            <a:ext cx="384048" cy="384048"/>
          </a:xfrm>
          <a:prstGeom prst="ellipse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322783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49240" y="3227832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Makes ML Accessible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49240" y="3557016"/>
            <a:ext cx="3429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 deployment bridges the gap between data science and end-user adoption in agriculture.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0040" y="4434840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1A2E1A">
              <a:alpha val="80000"/>
            </a:srgbClr>
          </a:solidFill>
          <a:ln w="12700">
            <a:solidFill>
              <a:srgbClr val="A8E6A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462272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💻  GitHub: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github.com/rishika-p/polyhouse-sensor-project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389120" y="4434840"/>
            <a:ext cx="4434840" cy="438912"/>
          </a:xfrm>
          <a:prstGeom prst="roundRect">
            <a:avLst>
              <a:gd name="adj" fmla="val 16667"/>
            </a:avLst>
          </a:prstGeom>
          <a:solidFill>
            <a:srgbClr val="1A2E1A">
              <a:alpha val="80000"/>
            </a:srgbClr>
          </a:solidFill>
          <a:ln w="12700">
            <a:solidFill>
              <a:srgbClr val="A8E6A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26280" y="4462272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E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Streamlit: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polyhouse-yield-predictor.streamlit.app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E6A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  •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6244</Words>
  <Application>WPS Presentation</Application>
  <PresentationFormat>On-screen Show (16:9)</PresentationFormat>
  <Paragraphs>398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Polyhouse Crop Yield Prediction System</dc:title>
  <dc:creator>Rishika P</dc:creator>
  <dc:subject>PptxGenJS Presentation</dc:subject>
  <cp:lastModifiedBy>Arjun</cp:lastModifiedBy>
  <cp:revision>2</cp:revision>
  <dcterms:created xsi:type="dcterms:W3CDTF">2026-06-21T18:09:00Z</dcterms:created>
  <dcterms:modified xsi:type="dcterms:W3CDTF">2026-06-21T18:34:29Z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815A5B0455DB421DA72B6CE3E122D5F8_12</vt:lpwstr>
  </property>
  <property fmtid="{D5CDD505-2E9C-101B-9397-08002B2CF9AE}" pid="3" name="KSOProductBuildVer">
    <vt:lpwstr>1033-12.1.0.26880</vt:lpwstr>
  </property>
</Properties>
</file>